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core JavaScript concepts and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data using let, const, var</a:t>
            </a:r>
          </a:p>
          <a:p>
            <a:r>
              <a:t>Example:</a:t>
            </a:r>
          </a:p>
          <a:p>
            <a:r>
              <a:t>let name = 'Abdul';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 values</a:t>
            </a:r>
          </a:p>
          <a:p>
            <a:r>
              <a:t>Example:</a:t>
            </a:r>
          </a:p>
          <a:p>
            <a:r>
              <a:t>let sum = 10 + 5;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values</a:t>
            </a:r>
          </a:p>
          <a:p>
            <a:r>
              <a:t>Example:</a:t>
            </a:r>
          </a:p>
          <a:p>
            <a:r>
              <a:t>let greeting = 'Hello World';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or False values</a:t>
            </a:r>
          </a:p>
          <a:p>
            <a:r>
              <a:t>Example:</a:t>
            </a:r>
          </a:p>
          <a:p>
            <a:r>
              <a:t>let isStudent = true;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values</a:t>
            </a:r>
          </a:p>
          <a:p>
            <a:r>
              <a:t>== vs ===</a:t>
            </a:r>
          </a:p>
          <a:p>
            <a:r>
              <a:t>Example: 5 === '5' is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code blocks</a:t>
            </a:r>
          </a:p>
          <a:p>
            <a:r>
              <a:t>Example:</a:t>
            </a:r>
          </a:p>
          <a:p>
            <a:r>
              <a:t>function greet(name){ return 'Hello ' + name;}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multiple values</a:t>
            </a:r>
          </a:p>
          <a:p>
            <a:r>
              <a:t>Example:</a:t>
            </a:r>
          </a:p>
          <a:p>
            <a:r>
              <a:t>['Apple','Banana','Mango']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Key-value pairs</a:t>
            </a:r>
          </a:p>
          <a:p>
            <a:r>
              <a:t>Example:</a:t>
            </a:r>
          </a:p>
          <a:p>
            <a:r>
              <a:t>{name:'Abdul', age:20}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 actions</a:t>
            </a:r>
          </a:p>
          <a:p>
            <a:r>
              <a:t>Example:</a:t>
            </a:r>
          </a:p>
          <a:p>
            <a:r>
              <a:t>for loop to iterate items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JS basics</a:t>
            </a:r>
          </a:p>
          <a:p>
            <a:r>
              <a:t>Build simple interactive webpage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WPS Presentation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JavaScript Lesson</vt:lpstr>
      <vt:lpstr>Variables</vt:lpstr>
      <vt:lpstr>Numbers</vt:lpstr>
      <vt:lpstr>Strings</vt:lpstr>
      <vt:lpstr>Boolean</vt:lpstr>
      <vt:lpstr>Comparisons</vt:lpstr>
      <vt:lpstr>Functions</vt:lpstr>
      <vt:lpstr>Arrays</vt:lpstr>
      <vt:lpstr>Objects</vt:lpstr>
      <vt:lpstr>Loops</vt:lpstr>
      <vt:lpstr>Learning Outcome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WPS_1759154631</cp:lastModifiedBy>
  <cp:revision>2</cp:revision>
  <dcterms:created xsi:type="dcterms:W3CDTF">2013-01-27T09:14:00Z</dcterms:created>
  <dcterms:modified xsi:type="dcterms:W3CDTF">2026-03-04T23:45:09Z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ACB27483ABE540ABA732656ABE3DDB04_12</vt:lpwstr>
  </property>
  <property fmtid="{D5CDD505-2E9C-101B-9397-08002B2CF9AE}" pid="3" name="KSOProductBuildVer">
    <vt:lpwstr>1033-12.2.0.23196</vt:lpwstr>
  </property>
</Properties>
</file>